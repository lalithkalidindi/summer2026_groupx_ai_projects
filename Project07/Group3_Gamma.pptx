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Open Sans" panose="020B0606030504020204" pitchFamily="34" charset="0"/>
      <p:regular r:id="rId11"/>
      <p:bold r:id="rId12"/>
      <p:italic r:id="rId13"/>
      <p:boldItalic r:id="rId14"/>
    </p:embeddedFont>
    <p:embeddedFont>
      <p:font typeface="Unbounded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E89136-566F-4ED0-9A2A-D4566386FDDE}" type="datetimeFigureOut"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47B75-89F1-4D8D-9DAC-2E2B41618A6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17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a.gov/" TargetMode="External"/><Relationship Id="rId7" Type="http://schemas.openxmlformats.org/officeDocument/2006/relationships/hyperlink" Target="https://www.consumer.ftc.gov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icrosoft.com/en-us/security/blog/" TargetMode="External"/><Relationship Id="rId5" Type="http://schemas.openxmlformats.org/officeDocument/2006/relationships/hyperlink" Target="https://security.berkeley.edu/" TargetMode="External"/><Relationship Id="rId4" Type="http://schemas.openxmlformats.org/officeDocument/2006/relationships/hyperlink" Target="https://www.cyberdegree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02358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Cybersecurity Habits for Students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563490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are the most effective, low-effort cybersecurity habits non-technical students can adopt to lower their risk of phishing and attacks — without spending money on tools?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3303166"/>
            <a:ext cx="1056977" cy="233214"/>
          </a:xfrm>
          <a:prstGeom prst="roundRect">
            <a:avLst>
              <a:gd name="adj" fmla="val 17872"/>
            </a:avLst>
          </a:prstGeom>
          <a:solidFill>
            <a:srgbClr val="D6F5EE"/>
          </a:solidFill>
          <a:ln/>
        </p:spPr>
      </p:sp>
      <p:sp>
        <p:nvSpPr>
          <p:cNvPr id="6" name="Text 3"/>
          <p:cNvSpPr/>
          <p:nvPr/>
        </p:nvSpPr>
        <p:spPr>
          <a:xfrm>
            <a:off x="570533" y="3340373"/>
            <a:ext cx="1365349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PROJECT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615083" y="3298403"/>
            <a:ext cx="1326654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26A6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94259" y="3340373"/>
            <a:ext cx="1625501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CAMPUS CYBERSECURITY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0737"/>
            <a:ext cx="4722763" cy="738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How to Spot Phishing Attacks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925119" y="1328663"/>
            <a:ext cx="4722763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is one of the easiest ways attackers trick students into sharing passwords, money, or personal info. The good news: once you know the signs, it gets much easier to spot.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25119" y="2009477"/>
            <a:ext cx="2305050" cy="1236911"/>
          </a:xfrm>
          <a:prstGeom prst="roundRect">
            <a:avLst>
              <a:gd name="adj" fmla="val 4015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48051" y="2132409"/>
            <a:ext cx="14778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Red Flags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048051" y="2384673"/>
            <a:ext cx="2059186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Urgent language, strange sender addresses, unexpected attachments, and links that look a little off.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342831" y="2009477"/>
            <a:ext cx="2305050" cy="1236911"/>
          </a:xfrm>
          <a:prstGeom prst="roundRect">
            <a:avLst>
              <a:gd name="adj" fmla="val 4015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5763" y="2132409"/>
            <a:ext cx="171055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It Looks Like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65763" y="2384673"/>
            <a:ext cx="2059186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fake email from your “bank,” a text saying your package is delayed, or a message that claims your school account will be locked today.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25119" y="3359051"/>
            <a:ext cx="4722763" cy="867519"/>
          </a:xfrm>
          <a:prstGeom prst="roundRect">
            <a:avLst>
              <a:gd name="adj" fmla="val 5724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48051" y="3481983"/>
            <a:ext cx="14778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To Do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048051" y="3734246"/>
            <a:ext cx="4476899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Pause, don’t click, and check the message another way. Go to the official website, contact the sender directly, or ask someone you trust before responding.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925119" y="4353297"/>
            <a:ext cx="472276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you get a suspicious message:</a:t>
            </a: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delete it, report it if needed, and change your password right away if you already clicked something.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2222"/>
            <a:ext cx="485328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4 Core Free Habits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6779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four habits are simple, free, and worth building now — because they help protect your accounts, your money, and your peace of mind every day.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04243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269331"/>
            <a:ext cx="256810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Strong, Unique Passwords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537594"/>
            <a:ext cx="399834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Make every account harder to break into with passwords you don't reuse anywhere else. A password manager makes it easy.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1804243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9465" y="226933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Enable MFA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49465" y="2537594"/>
            <a:ext cx="399841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one extra step when you sign in for a big boost in security. It takes seconds and can stop a stolen password from becoming a hacked account.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381003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846091"/>
            <a:ext cx="234322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Keep Software Updated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96119" y="4114354"/>
            <a:ext cx="399834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 updates run so your devices stay protected and run better. It's one of the easiest ways to avoid problems before they start.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9465" y="3381003"/>
            <a:ext cx="310083" cy="3100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9465" y="3846091"/>
            <a:ext cx="18676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Recognize Phishing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49465" y="4114354"/>
            <a:ext cx="39984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Slow down when a message feels urgent or off. Checking the sender and going straight to the official site can save you from scams.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66502"/>
            <a:ext cx="523503" cy="204564"/>
          </a:xfrm>
          <a:prstGeom prst="roundRect">
            <a:avLst>
              <a:gd name="adj" fmla="val 18465"/>
            </a:avLst>
          </a:prstGeom>
          <a:solidFill>
            <a:srgbClr val="D6F5EE"/>
          </a:solidFill>
          <a:ln/>
        </p:spPr>
      </p:sp>
      <p:sp>
        <p:nvSpPr>
          <p:cNvPr id="3" name="Text 1"/>
          <p:cNvSpPr/>
          <p:nvPr/>
        </p:nvSpPr>
        <p:spPr>
          <a:xfrm>
            <a:off x="563538" y="500211"/>
            <a:ext cx="845865" cy="137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HABIT #1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711771"/>
            <a:ext cx="4359994" cy="702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Strong Passwords + a Password Manager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96119" y="1516261"/>
            <a:ext cx="43599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password manager is an app that safely remembers your passwords for you. It helps you use strong, unique passwords without having to memorize every single one.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237" y="2148669"/>
            <a:ext cx="168622" cy="1686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1417" y="2145209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1417" y="2422699"/>
            <a:ext cx="39946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password manager stores your passwords in one secure place and fills them in when you need them.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237" y="2972805"/>
            <a:ext cx="168622" cy="1686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1417" y="2969344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it's better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61417" y="3246834"/>
            <a:ext cx="39946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Writing passwords down can be lost or seen. Reusing passwords is risky because one hacked account can lead to others.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237" y="3796940"/>
            <a:ext cx="168622" cy="1686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1417" y="3793480"/>
            <a:ext cx="1708845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Easy to get started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861417" y="4070970"/>
            <a:ext cx="39946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Pick a trusted password manager, create one strong master password, save your logins, and let it do the rest for you.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496119" y="4528468"/>
            <a:ext cx="48171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CISA Secure Our World; UC Berkeley Information Security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166" y="466502"/>
            <a:ext cx="3517404" cy="35174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6365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MFA &amp; Software Updates: Two Easy Safety Habits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89484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are simple steps that take just a few minutes, but they can protect your accounts and devices from common attacks.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1927473"/>
            <a:ext cx="4103191" cy="2649587"/>
          </a:xfrm>
          <a:prstGeom prst="roundRect">
            <a:avLst>
              <a:gd name="adj" fmla="val 3371"/>
            </a:avLst>
          </a:prstGeom>
          <a:solidFill>
            <a:srgbClr val="26A688"/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2051447"/>
            <a:ext cx="380241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Multi-Factor Authentication (MFA)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2369269"/>
            <a:ext cx="385524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MFA means you need </a:t>
            </a:r>
            <a:r>
              <a:rPr lang="en-US" sz="9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checks</a:t>
            </a: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sign in. For example, after your password, you enter a code or tap a prompt on your phone. That extra step helps keep strangers out, even if they know your password.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796" y="3274740"/>
            <a:ext cx="3855244" cy="8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Turn it on for email, school accounts, banking, and social media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an authenticator app or a text message code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Usually takes only a few minutes to set up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796" y="4266977"/>
            <a:ext cx="431244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CISA Secure Our World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2051447"/>
            <a:ext cx="280042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Keep Software Updated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8046" y="2369269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Updates are like quick repairs for your phone, laptop, and apps. They fix problems that bad actors may try to use to get in.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28046" y="2877815"/>
            <a:ext cx="3924598" cy="8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Turn on automatic updates on iPhone, Android, Windows, and Mac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the App Store or Google Play to update your apps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for updates when your device reminds you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28046" y="3870052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it once, and your devices keep getting the latest protection in the background.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8012"/>
            <a:ext cx="4722763" cy="6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Digital Safety Doesn't Require Tech Expertise.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925119" y="1194569"/>
            <a:ext cx="4722763" cy="4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most effective cybersecurity habits are </a:t>
            </a: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simple, free, and easy to learn</a:t>
            </a: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You do not need to be a tech expert — </a:t>
            </a: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awareness and consistency</a:t>
            </a: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matter far more than advanced technical knowledge.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925119" y="1809452"/>
            <a:ext cx="2306166" cy="345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20%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263554" y="2273350"/>
            <a:ext cx="1629296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Gen Z Identity Theft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925119" y="2489820"/>
            <a:ext cx="2306166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Reported having their identity stolen at least once </a:t>
            </a:r>
            <a:r>
              <a:rPr lang="en-US" sz="8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(CyberDegrees.org)</a:t>
            </a: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341641" y="1809452"/>
            <a:ext cx="2306241" cy="345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840587" y="2273350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Core Habits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41641" y="2489820"/>
            <a:ext cx="2306241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Passwords, MFA, updates, and phishing awareness — all free and beginner-friendly.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133380" y="3027536"/>
            <a:ext cx="2306166" cy="345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5589761" y="3491433"/>
            <a:ext cx="1393403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Credible Sources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33380" y="3707904"/>
            <a:ext cx="2306166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verified: CISA, FTC, UC Berkeley, Microsoft, and CyberDegrees.org.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925119" y="4116065"/>
            <a:ext cx="4722763" cy="520005"/>
          </a:xfrm>
          <a:prstGeom prst="roundRect">
            <a:avLst>
              <a:gd name="adj" fmla="val 8454"/>
            </a:avLst>
          </a:prstGeom>
          <a:solidFill>
            <a:srgbClr val="B6D6F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745" y="4259982"/>
            <a:ext cx="130820" cy="10462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65191" y="4221659"/>
            <a:ext cx="4278064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Attackers often target </a:t>
            </a:r>
            <a:r>
              <a:rPr lang="en-US" sz="8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 risk</a:t>
            </a: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through phishing, which means your strongest defense is not technical skill — it's knowing what to look for and practicing good habits.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5440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Start Today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91010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five habits are simple, free, and powerful. </a:t>
            </a:r>
            <a:r>
              <a:rPr lang="en-US" sz="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one now</a:t>
            </a: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begin building safer digital habits today.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228999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2627" y="2252253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9145" y="2271638"/>
            <a:ext cx="221084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Use a password manager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9145" y="2733749"/>
            <a:ext cx="221084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unique, strong passwords for every account.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64991" y="2228999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1500" y="2252253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668018" y="2271638"/>
            <a:ext cx="221091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Enable MFA everywhere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68018" y="2733749"/>
            <a:ext cx="22109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an extra layer of protection to your most important accounts.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3939" y="2228999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447" y="2252253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36965" y="2271638"/>
            <a:ext cx="221091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Turn on automatic updates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36965" y="2733749"/>
            <a:ext cx="22109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 your devices and apps patch vulnerabilities for you.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3378696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627" y="340195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99145" y="3421335"/>
            <a:ext cx="214729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Verify before you click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9145" y="3689598"/>
            <a:ext cx="35953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Pause, check the source, and avoid suspicious links.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49465" y="3378696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5974" y="340195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052492" y="3421335"/>
            <a:ext cx="320523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Follow trusted security guidance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52492" y="3689598"/>
            <a:ext cx="35953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advice from CISA, FTC, and NIST to stay informed.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71042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Citations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306613"/>
            <a:ext cx="8151763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CISA. "Secure Our World." Cybersecurity and Infrastructure Security Agency. </a:t>
            </a:r>
            <a:r>
              <a:rPr lang="en-US" sz="950" u="sng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https://www.cisa.gov/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CyberDegrees.org. "Internet Safety for College Students." </a:t>
            </a:r>
            <a:r>
              <a:rPr lang="en-US" sz="950" u="sng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https://www.cyberdegrees.org/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UC Berkeley Information Security. "Password Management Best Practices." </a:t>
            </a:r>
            <a:r>
              <a:rPr lang="en-US" sz="950" u="sng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https://security.berkeley.edu/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Security Blog. "Software Updates and Vulnerability Patching." </a:t>
            </a:r>
            <a:r>
              <a:rPr lang="en-US" sz="950" u="sng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https://www.microsoft.com/en-us/security/blog/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Federal Trade Commission (FTC). "Protecting Your Personal Information." </a:t>
            </a:r>
            <a:r>
              <a:rPr lang="en-US" sz="950" u="sng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https://www.consumer.ftc.gov/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6A68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</cp:revision>
  <dcterms:created xsi:type="dcterms:W3CDTF">2026-06-16T00:00:07Z</dcterms:created>
  <dcterms:modified xsi:type="dcterms:W3CDTF">2026-06-19T14:34:22Z</dcterms:modified>
</cp:coreProperties>
</file>